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371600"/>
            <a:ext cx="548640" cy="54864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FDBFE"/>
                </a:solidFill>
              </a:defRPr>
            </a:pPr>
            <a:r>
              <a:t>基于大模型的企业财务智能问数与经营分析平台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0040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324612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赛道方向：经营分析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AI 工具：DeepSeek-V4  |  LangChain  |  Streamlit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指导教师：XXX    团队：XXX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效率提升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响应速度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业务背景与痛点分析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解决方案与系统架构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NL2SQL 引擎 + 五层 Prompt 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08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127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核心技术解析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SQL 安全校验 / 自动纠错 / AI 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系统演示与典型场景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97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3 个 Demo 展示核心能力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AI vs 传统 &amp; 业务价值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20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效率提升 99%+ / ROI 700%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9612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创新点 / 不足 / 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943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四大创新 + 未来路线图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业务背景与痛点分析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管理层提问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BI分析师理解需求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多轮沟通确认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199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编写SQL制作报表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反馈给管理层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1-3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全流程耗时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 人次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沟通成本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~20%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理解偏差率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199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9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仅 25%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员工可自助BI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分析师花在取数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20624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</a:defRPr>
            </a:pPr>
            <a:r>
              <a:t>响应慢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754879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传统模式从提问到拿到数据需1-3天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涉及多轮沟通、需求传递和手工制表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管理层往往错过最佳决策窗口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420624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门槛高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754879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非技术人员必须通过BI部门才能查数据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业务人员懂业务但不懂SQL无法自助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数据分析师大部分时间花在取数而非分析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420624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</a:defRPr>
            </a:pPr>
            <a:r>
              <a:t>分析浅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754879"/>
            <a:ext cx="2926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传统BI只返回数据不提供业务解读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异常指标需要人工逐个排查才能发现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缺乏从数据到洞察到行动建议的闭环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解决方案定位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从翻译官视角重新定义财务问数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</a:defRPr>
            </a:pPr>
            <a:r>
              <a:t>BEFORE - 传统模式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业务人员提出看数需求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BI分析师沟通确认口径和维度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分析师手动编写SQL并验证数据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出报表反馈给业务人员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前后耗时1-3天，错过决策时机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根本矛盾: 懂业务的人不懂SQL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懂SQL的人不理解业务场景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双方反复确认 → 效率低 + 易出错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</a:defRPr>
            </a:pPr>
            <a:r>
              <a:t>AFTER - AI 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业务人员直接用自然语言输入问题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AI自动理解语义并生成SQL查询语句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系统执行查询，3-10秒返回结果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自动附带数据表格、图表和经营分析解读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异常指标自动标注，给出行动建议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AI成为连接业务与数据的翻译官: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自然语言 → SQL（业务翻译为技术）</a:t>
            </a:r>
          </a:p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查询结果 → 分析洞察（数据翻译为决策）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29200"/>
            <a:ext cx="1051560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166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2B5E"/>
                </a:solidFill>
              </a:defRPr>
            </a:pPr>
            <a:r>
              <a:t>我们不替代财务人员，而是在业务与数据之间架一座 AI 翻译桥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三层架构: 展示层 to NL2SQL 引擎 to 数据层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23444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展示层 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自然语言输入 | 数据表格 | 可视化图表(Plotly)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SQL展示 | AI分析解读 | 历史查询记录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12344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821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NL2SQL 核心引擎 LangChain+LLM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478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Step1:Prompt构建 Step2:LLM生成SQL Step3:SQL校验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Step4:执行查询 Step5:AI结果解读 自动纠错(最多3次)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多模型支持: DeepSeek-V4 / Qwen / GPT-4o 一键切换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10698480" cy="1234440"/>
          </a:xfrm>
          <a:prstGeom prst="round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451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数据层 SQLite / 自定义上传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10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6 维度表 + 5 事实表(演示数据)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支持 CSV/Excel 文件上传 自动建表自动分析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961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销售 | 成本 | 费用(含预算) | 应收 | 应付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演示数据表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59,720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演示总记录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时间跨度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 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覆盖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产品线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任意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上传自定义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数据如何组织？—— 数据库设计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围绕企业经营的 6 个维度 + 5 类业务数据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910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时间维度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59105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按年/季/月/日分析 / 覆盖2022-2024三年数据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993391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29967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产品维度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029967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12条产品线 / 硬件、软件、服务三大类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32304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4688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部门维度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8个部门 / 研发、销售、市场、财务等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71215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区域维度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907791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全国6城市4大区 / 华东、华南、华北、西南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10128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3467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客户维度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34670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50个客户 / 含信用评级和行业标签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49039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85615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供应商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378561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20家供应商 / 覆盖主要采购渠道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5910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销售记录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5910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20,736条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5910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收入+销量:每笔销售的时间/产品/区域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993391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029967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成本记录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029967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18,412条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029967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直接+间接成本:与销售收入精细匹配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432304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4688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费用记录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4688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17,280条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24688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预算+实际:各部门预算执行情况追踪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2871215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9077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应收记录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90779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1,644条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29077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客户欠款:含是否逾期和逾期天数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3310128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3467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应付记录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3467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446条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3467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公司欠款:供应商付款到期日管理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B5E"/>
                </a:solidFill>
              </a:defRPr>
            </a:pPr>
            <a:r>
              <a:t>系统能回答哪些财务问题？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营收: 某个区域、产品线、时间段赚了多少钱？跟去年同期比涨了还是跌了？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盈利: 哪个产品最赚钱？哪个区域的毛利率在下降？需要重点关注什么地方？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花钱: 各部门花了多少钱？有没有超预算？哪类费用增长最快？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回款: 哪些客户欠款还没还？欠了多少？超过约定期限多久了？该催谁？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综合: 上个月公司整体经营情况怎么样？收入、利润、费用、回款都正常吗？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怎样准确理解财务问题？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不是简单把问题丢给AI，而是分五层逐步引导，准确率从72%提升到88%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02920" cy="59436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81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DB"/>
                </a:solidFill>
              </a:defRPr>
            </a:pPr>
            <a:r>
              <a:t>告诉AI它是谁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37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你是一位资深财务数据分析师</a:t>
            </a:r>
            <a:br/>
            <a:r>
              <a:t>精通企业经营指标和SQL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让AI进入角色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50292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000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258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</a:defRPr>
            </a:pPr>
            <a:r>
              <a:t>告诉AI有哪些数据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514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数据库有12张表，每张表存什么信息</a:t>
            </a:r>
            <a:br/>
            <a:r>
              <a:t>字段名称和含义是什么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31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防止AI瞎编字段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017520"/>
            <a:ext cx="502920" cy="5943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035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366F1"/>
                </a:solidFill>
              </a:defRPr>
            </a:pPr>
            <a:r>
              <a:t>告诉AI怎么算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918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毛利率是(收入-成本)/收入</a:t>
            </a:r>
            <a:br/>
            <a:r>
              <a:t>同比是和去年同期比较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确保计算逻辑正确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0292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0448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13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给AI看几个例子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69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类似问题应该生成什么样的SQL</a:t>
            </a:r>
            <a:br/>
            <a:r>
              <a:t>给3-5个标准问答示范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3886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让AI模仿正确格式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50292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817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902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提出用户真正的问题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华东区第二季度毛利率</a:t>
            </a:r>
            <a:br/>
            <a:r>
              <a:t>和去年同期相比变化多少？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结合前面知识给出答案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D2B5E"/>
                </a:solidFill>
              </a:defRPr>
            </a:pPr>
            <a:r>
              <a:t>效果验证: 直接让AI生成SQL准确率仅72% | 五层逐步引导后达到88% | 再加更多示例可达91%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如何保证AI生成的SQL安全可靠？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AI可能犯错，我们设了4道防线 + 最多3次自动修正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语法检查</a:t>
            </a:r>
            <a:br/>
            <a:r>
              <a:t>SQL写法对不对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权限检查</a:t>
            </a:r>
            <a:br/>
            <a:r>
              <a:t>只能查不能改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表名检查</a:t>
            </a:r>
            <a:br/>
            <a:r>
              <a:t>数据表存在吗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执行验证</a:t>
            </a:r>
            <a:br/>
            <a:r>
              <a:t>跑一遍看结果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260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操作权限控制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017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仅开放SELECT查询权限，拦截DROP/DELETE/UPDATE等危险操作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表名字段校验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白名单机制验证SQL中的表名和字段名，防止AI幻觉产生不存在的对象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自动纠错闭环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校验失败时将错误信息反馈给LLM，引导其修正SQL并重新生成，最多重试3次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9834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实战效果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074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超过80%的错误在3次重试内自动修复，用户无需关心底层纠错过程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覆盖 20+ 典型财务问数场景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从简单查询到复杂多维分析 + 自定义数据即插即用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营收查询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2024年总营收?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各区域排名?季度趋势?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毛利分析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各产品线毛利率排名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华东区Q2同比变化?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费用管控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预算执行率&lt;80%部门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费用占比最大类型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客户分析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营收Top5客户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逾期应收最多客户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风险预警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逾期超30天应收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毛利率下降产品线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自定义数据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上传CSV/Excel即用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自动建表+智能问数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系统演示 - 4 个典型场景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实际运行效果 | SQL自动生成+AI解读 | 平均响应3-5秒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场景1:毛利率同比分析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输入:2024年Q2毛利率同比2023年Q2变化?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SQL:自动生成含CTE跨年对比查询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结果:2024Q2to32.50%|2023Q2to34.60%|down2.10%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AI解读:主因原材料成本up8.3%华南区价格竞争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响应:3.2秒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场景2:预算执行监控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输入:哪些部门预算执行率低于80%?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SQL:HAVING子句+三表JOIN聚合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结果:研发中心62.3%|市场部71.5%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AI解读:建议确认研发里程碑评估预算调整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响应:2.8秒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场景3:应收风险预警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输入:逾期超30天应收款按客户统计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SQL:多条件过滤+聚合+排序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结果:12个客户逾期总计2,847,000元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AI解读:客户_03逾期680K超90天to立即催收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响应:3.5秒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场景4:自定义数据上传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上传:拖入CSV/Excel员工表/销售表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自动:建表+Schema生成+快捷问题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提问:员工平均薪资?各部门人数?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AI解读:基于任意上传数据智能分析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响应:4.0秒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3-5秒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80%+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自定义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数据即插即用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vs 传统方案 - 为什么非AI不可?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全方位对比 + 不可替代性论证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27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对比维度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传统BI方案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554480"/>
            <a:ext cx="22860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627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011680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0312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使用方式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写SQL/拖拽配置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自然语言输入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011680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21031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零门槛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450592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5420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响应时间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1-3天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3-10秒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2450592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25420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99.9%up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2889504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98094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问题覆盖率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仅预设模板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开放域/泛化强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889504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0" y="29809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无限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328416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341985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数据解读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只给数据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数据+分析+建议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328416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41985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质的飞跃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767328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385876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异常发现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233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人工抽查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AI自动标注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767328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38587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不遗漏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4206240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29767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部署成本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233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BI系统+人力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665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API+开源框架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8320" y="4206240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09760" y="4297679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极低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4846320"/>
            <a:ext cx="10698480" cy="14630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4937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为什么非AI不可?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1.自然语言的多样性:同一问题有几十种问法-&gt;传统规则无法穷举只有LLM能理解语义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2.复杂查询的组合性:用户可能问出从未预定义的多维交叉问题-&gt;LLM可动态理解并生成SQL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3.分析解读的专业性:不只给数据像财务分析师一样给出解读-&gt;只有LLM具备此能力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在方案中的三重角色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不只是工具，而是贯穿整个问数流程的智能引擎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</a:defRPr>
            </a:pPr>
            <a:r>
              <a:t>智能翻译官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将自然语言精准转换为SQL查询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理解业务术语如毛利率、同比、预算执行率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自动识别时间范围、区域、产品线等维度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华东区毛利率 → SELECT...JOIN...WHERE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数据分析师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查询结果自动生成经营分析解读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包含: 数据摘要、变动原因分析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影响因素拆解和风险提示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毛利率下降2.1%主因原材料成本上升8.3%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质量守门员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四道防线确保生成的SQL安全可执行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语法校验 → 权限检查 → 字段验证 → 执行测试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校验失败自动反馈LLM修正，最多重试3次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80%+的错误在重试中被自动修复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37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2B5E"/>
                </a:solidFill>
              </a:defRPr>
            </a:pPr>
            <a:r>
              <a:t>AI 让财务人员从取数工升级为分析决策者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定量分析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可量化的效率成本与准确率提升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问数响应提速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SQL生成准确率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70%+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BI重复取数减少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210K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年节省人力成本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80%+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69848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投入产出测算（保守估计）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520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测算前提: 10人管理团队，每人每月平均查询5次经营数据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传统模式成本: 每次查询平均耗时2小时（沟通+写SQL+出报表）× 人力成本200元/小时 ≈ 20,000元/月 → 240,000元/年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AI方案成本: 大模型API调用约500元/月 + 系统运维约2,000元/月 ≈ 2,500元/月 → 30,000元/年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年度净节省: 240,000 - 30,000 = 210,000元    投资回报率(ROI): 700%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注: 以上仅为可量化的人力成本，不含决策提速带来的间接业务价值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定性维度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超越数字的战略意义，改变企业数据使用方式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决策敏捷性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从会前准备报表到会中实时问数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管理层可以当场追问、当场验证假设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决策节奏从月/周级缩短到分钟级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典型场景: 经营分析会中直接问毛利率变化原因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791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</a:defRPr>
            </a:pPr>
            <a:r>
              <a:t>数据民主化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每个部门经理都可以用自然语言查数据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不再依赖BI团队排期，消除数据瓶颈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让数据从少数人的工具变为全员可用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释放组织各级人员的数据分析潜能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393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风险防控前置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从月底出报表的事后总结变为实时监控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AI自动识别异常指标并主动预警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逾期应收、预算超支、毛利下滑即时发现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风险发现从事后变为事中，甚至事前预警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94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知识数字化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AI每次分析的解读都是可复用的知识资产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新人无需长时间学习即可获得专业数据分析能力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降低对资深财务分析师个人经验的依赖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企业数据分析和财务知识持续积累沉淀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四大创新点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技术创新驱动业务价值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五层 Prompt 注入策略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93391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业界首创角色toSchemato规则to示例to问题分层注入准确率提升15个百分点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97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SQL 自动纠错闭环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36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语法校验to权限检查to字段验证to执行验证失败自动反馈LLM修正成功率80%+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问数+分析一体化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79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LLM二次调用自动生成经营分析解读:数据摘要+变动原因+风险提示+行动建议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83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财务场景深度适配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22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内置毛利率/净利率/同比环比/预算执行率等专业指标覆盖20+问数模式支持多模型热替换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126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6217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自定义数据即插即用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6565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上传CSV/Excel自动建表动态Schema生成表名白名单注入一键分析任意数据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不足与展望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正视当前局限，规划未来演进路线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当前不足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复杂多步推理准确率偏低: 涉及跨表嵌套查询时，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AI有时难以正确分解步骤，需进一步优化Prompt策略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模糊问题澄清能力有限: 用户输入过于简单时，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系统无法像人类分析师一样主动追问确认口径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模拟数据局限性: 当前基于模拟企业数据验证，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缺乏真实企业业务场景的多样性和复杂性测试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自定义数据Schema理解: 对用户上传的任意格式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数据，字段语义识别和关联推断能力有待加强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未来展望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Agent模式: 支持多轮追问、自动拆解复杂问题，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像人类分析师一样逐步深入挖掘数据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预测分析: 接入时间序列预测模型，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从描述过去升级为预测未来趋势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知识库RAG: 接入企业财务制度和行业知识文档，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让AI分析更贴合企业实际业务场景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多模态输出: 支持自动生成PPT简报和图文报告，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将分析结果直接转换为管理层可用的汇报材料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企业级部署: 对接ERP系统实现实时数据同步，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支持多用户权限管理和数据访问控制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私有化部署: 支持完全离线部署，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  敏感财务数据不出企业内网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答辩三问 - 标准回答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每组必须清晰回答的三个核心问题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1.解决什么财务业务问题?痛点在哪里?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管理层看数难看数慢-传统问数需1-3天依赖BI团队。三大痛点:1响应慢(天级);2门槛高(需SQL技能);3分析浅(只给数据不解读)。核心矛盾:业务人员懂业务但不懂SQL技术人员懂SQL但不懂业务。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2.AI在你的方案中扮演什么角色?为什么非AI不可?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三重角色:智能翻译官(自然语言toSQL)+数据分析师(结果to解读)+质量守门员(校验纠错)。非AI不可:1自然语言有无限多样性传统规则无法穷举;2复杂多维交叉查询无法预定义;3只有大模型能结合财务知识给出专业分析解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3.你的方案能带来什么业务价值?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效率:问数从天级to秒级提升99.9%。准确率:SQL生成88%避免人工翻译错误。风控:AI实时监控to异常不遗漏风险发现从事后变事中。ROI:年节省人力成本约210,000元投资回报率700%。定性:决策敏捷性+数据民主化+知识数字化沉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5029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914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D2B5E"/>
                </a:solidFill>
              </a:defRPr>
            </a:pPr>
            <a:r>
              <a:t>感谢聆听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2468880"/>
            <a:ext cx="27432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4055"/>
                </a:solidFill>
              </a:defRPr>
            </a:pPr>
            <a:r>
              <a:t>让数据会说话，让决策有依据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754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GitHub: github.com/Jared-Nathan-Su/nlwsql-finance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Streamlit Cloud: nlwsql-finance.streamlit.app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多模型: DeepSeek-V4 / Qwen / GPT-4o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支持: 演示数据 + CSV/Excel自定义上传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欢迎各位评委老师提问！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