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914400" cy="914400"/>
          </a:xfrm>
          <a:prstGeom prst="ellipse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NL2SQL 财务智能问数系统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</a:defRPr>
            </a:pPr>
            <a:r>
              <a:t>基于大模型的企业财务智能问数与经营分析平台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1828800" cy="0"/>
          </a:xfrm>
          <a:prstGeom prst="rect">
            <a:avLst/>
          </a:prstGeom>
          <a:noFill/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246120"/>
            <a:ext cx="1828800" cy="0"/>
          </a:xfrm>
          <a:prstGeom prst="rect">
            <a:avLst/>
          </a:prstGeom>
          <a:noFill/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055"/>
                </a:solidFill>
              </a:defRPr>
            </a:pPr>
            <a:r>
              <a:t>赛道方向：经营分析</a:t>
            </a:r>
          </a:p>
          <a:p>
            <a:pPr>
              <a:spcAft>
                <a:spcPts val="1000"/>
              </a:spcAft>
              <a:defRPr sz="1400">
                <a:solidFill>
                  <a:srgbClr val="334055"/>
                </a:solidFill>
              </a:defRPr>
            </a:pPr>
            <a:r>
              <a:t>AI 工具：DeepSeek-V4  |  LangChain  |  Streamlit</a:t>
            </a:r>
          </a:p>
          <a:p>
            <a:pPr>
              <a:spcAft>
                <a:spcPts val="1000"/>
              </a:spcAft>
              <a:defRPr sz="1400">
                <a:solidFill>
                  <a:srgbClr val="334055"/>
                </a:solidFill>
              </a:defRPr>
            </a:pPr>
            <a:r>
              <a:t>指导教师：XXX    团队：XXX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120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257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效率提升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5120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257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SQL准确率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120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257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3-5s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响应速度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5120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5257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问数场景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业务背景与痛点分析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企业管理层的看数之痛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解决方案与系统架构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51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NL2SQL 引擎 + 五层 Prompt 注入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核心技术解析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SQL 安全校验 / 自动纠错 / AI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50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系统演示与典型场景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3 个 Demo 展示核心能力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AI vs 传统 &amp; 业务价值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20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效率提升 99%+ / ROI 700%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961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创新点 / 不足 / 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四大创新 + 未来路线图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企业管理层的看数之痛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业务背景与痛点分析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管理层提问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645920"/>
            <a:ext cx="1828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BI分析师理解需求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645920"/>
            <a:ext cx="1828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多轮沟通确认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199" y="1645920"/>
            <a:ext cx="1828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编写SQL制作报表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1828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反馈给管理层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34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1-3 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全流程耗时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834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3-5 人次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沟通成本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834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~20%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理解偏差率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9" y="2834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仅 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员工可自助BI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83464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分析师花在取数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0624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3891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响应慢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754879"/>
            <a:ext cx="2926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问数以天为单位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错过决策窗口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20624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43891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门槛高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754879"/>
            <a:ext cx="2926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非技术人员无法自助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BI团队成为瓶颈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420624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43891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</a:defRPr>
            </a:pPr>
            <a:r>
              <a:t>分析浅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754879"/>
            <a:ext cx="2926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只给数据不解读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异常靠人发现易遗漏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解决方案定位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从翻译官视角重新定义财务问数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</a:defRPr>
            </a:pPr>
            <a:r>
              <a:t>BEFORE - 传统模式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BI分析师/业务人员反复沟通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手动编写SQL测试出报表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等待 1-3 天才能拿到数据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数据给了但为什么需自己分析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核心矛盾: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懂业务的人不懂 SQL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懂 SQL 的人不懂业务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</a:defRPr>
            </a:pPr>
            <a:r>
              <a:t>AFTER - AI 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自然语言输入 AI自动生成SQL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3-10秒返回:数据+图表+AI解读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零门槛任何人都能自助问数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AI自动标注异常+行动建议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AI = 财务翻译官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业务语言 to 数据库语言</a:t>
            </a:r>
          </a:p>
          <a:p>
            <a:pPr>
              <a:spcAft>
                <a:spcPts val="700"/>
              </a:spcAft>
              <a:defRPr sz="1200">
                <a:solidFill>
                  <a:srgbClr val="334055"/>
                </a:solidFill>
              </a:defRPr>
            </a:pPr>
            <a:r>
              <a:t>数据结果 to 分析洞察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1051560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2B5E"/>
                </a:solidFill>
              </a:defRPr>
            </a:pPr>
            <a:r>
              <a:t>我们不替代财务人员，而是在业务与数据之间架一座 AI 翻译桥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系统架构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三层架构: 展示层 to NL2SQL 引擎 to 数据层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展示层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自然语言输入 | 数据表格 | 可视化图表(Plotly)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SQL展示 | AI分析解读 | 历史查询记录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12344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NL2SQL 核心引擎 LangChain+LLM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Step1:Prompt构建 Step2:LLM生成SQL Step3:SQL校验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Step4:执行查询 Step5:AI结果解读 自动纠错(最多3次)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33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多模型支持: DeepSeek-V4 / Qwen / GPT-4o 一键切换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451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数据层 SQLite / 自定义上传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10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6 维度表 + 5 事实表(演示数据)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支持 CSV/Excel 文件上传 自动建表自动分析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961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销售 | 成本 | 费用(含预算) | 应收 | 应付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12 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演示数据表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59,720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演示总记录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3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时间跨度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6 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覆盖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12 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产品线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608076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任意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6812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上传自定义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数据如何组织？—— 数据库设计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围绕企业经营的 6 个维度 + 5 类业务数据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2920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时间维度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91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按年/季/月/日分析 / 覆盖2022-2024三年数据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93391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产品维度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299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12条产品线 / 硬件、软件、服务三大类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32304"/>
            <a:ext cx="502920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部门维度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68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8个部门 / 研发、销售、市场、财务等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71215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077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区域维度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90779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全国6城市4大区 / 华东、华南、华北、西南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10128"/>
            <a:ext cx="502920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客户维度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467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50个客户 / 含信用评级和行业标签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39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85615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供应商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7856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20家供应商 / 覆盖主要采购渠道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54480"/>
            <a:ext cx="521208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5910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销售记录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5910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20,736条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5910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收入+销量:每笔销售的时间/产品/区域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993391"/>
            <a:ext cx="5212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02996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成本记录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02996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18,412条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02996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直接+间接成本:与销售收入精细匹配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432304"/>
            <a:ext cx="521208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468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费用记录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4688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17,280条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4688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预算+实际:各部门预算执行情况追踪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871215"/>
            <a:ext cx="5212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9077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应收记录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90779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1,644条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90779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客户欠款:含是否逾期和逾期天数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310128"/>
            <a:ext cx="521208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467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2B5E"/>
                </a:solidFill>
              </a:defRPr>
            </a:pPr>
            <a:r>
              <a:t>应付记录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3467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446条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3467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公司欠款:供应商付款到期日管理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5E"/>
                </a:solidFill>
              </a:defRPr>
            </a:pPr>
            <a:r>
              <a:t>系统能回答哪些财务问题？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055"/>
                </a:solidFill>
              </a:defRPr>
            </a:pPr>
            <a:r>
              <a:t>营收: 某个区域、产品线、时间段赚了多少钱？跟去年同期比涨了还是跌了？</a:t>
            </a:r>
          </a:p>
          <a:p>
            <a:pPr>
              <a:spcAft>
                <a:spcPts val="500"/>
              </a:spcAft>
              <a:defRPr sz="1000">
                <a:solidFill>
                  <a:srgbClr val="334055"/>
                </a:solidFill>
              </a:defRPr>
            </a:pPr>
            <a:r>
              <a:t>盈利: 哪个产品最赚钱？哪个区域的毛利率在下降？需要重点关注什么地方？</a:t>
            </a:r>
          </a:p>
          <a:p>
            <a:pPr>
              <a:spcAft>
                <a:spcPts val="500"/>
              </a:spcAft>
              <a:defRPr sz="1000">
                <a:solidFill>
                  <a:srgbClr val="334055"/>
                </a:solidFill>
              </a:defRPr>
            </a:pPr>
            <a:r>
              <a:t>花钱: 各部门花了多少钱？有没有超预算？哪类费用增长最快？</a:t>
            </a:r>
          </a:p>
          <a:p>
            <a:pPr>
              <a:spcAft>
                <a:spcPts val="500"/>
              </a:spcAft>
              <a:defRPr sz="1000">
                <a:solidFill>
                  <a:srgbClr val="334055"/>
                </a:solidFill>
              </a:defRPr>
            </a:pPr>
            <a:r>
              <a:t>回款: 哪些客户欠款还没还？欠了多少？超过约定期限多久了？该催谁？</a:t>
            </a:r>
          </a:p>
          <a:p>
            <a:pPr>
              <a:spcAft>
                <a:spcPts val="500"/>
              </a:spcAft>
              <a:defRPr sz="1000">
                <a:solidFill>
                  <a:srgbClr val="334055"/>
                </a:solidFill>
              </a:defRPr>
            </a:pPr>
            <a:r>
              <a:t>综合: 上个月公司整体经营情况怎么样？收入、利润、费用、回款都正常吗？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AI 怎样准确理解财务问题？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不是简单把问题丢给AI，而是分五层逐步引导，准确率从72%提升到88%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" cy="5943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告诉AI它是谁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你是一位资深财务数据分析师</a:t>
            </a:r>
            <a:br/>
            <a:r>
              <a:t>精通企业经营指标和SQL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目的: 让AI进入角色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50292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500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58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告诉AI有哪些数据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数据库有12张表，每张表存什么信息</a:t>
            </a:r>
            <a:br/>
            <a:r>
              <a:t>字段名称和含义是什么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目的: 防止AI瞎编字段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502920" cy="5943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35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</a:defRPr>
            </a:pPr>
            <a:r>
              <a:t>告诉AI怎么算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918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毛利率是(收入-成本)/收入</a:t>
            </a:r>
            <a:br/>
            <a:r>
              <a:t>同比是和去年同期比较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目的: 确保计算逻辑正确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502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13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给AI看几个例子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类似问题应该生成什么样的SQL</a:t>
            </a:r>
            <a:br/>
            <a:r>
              <a:t>给3-5个标准问答示范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目的: 让AI模仿正确格式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502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817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提出用户真正的问题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华东区第二季度毛利率</a:t>
            </a:r>
            <a:br/>
            <a:r>
              <a:t>和去年同期相比变化多少？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目的: 结合前面知识给出答案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D2B5E"/>
                </a:solidFill>
              </a:defRPr>
            </a:pPr>
            <a:r>
              <a:t>效果验证: 直接让AI生成SQL准确率仅72% | 五层逐步引导后达到88% | 再加更多示例可达91%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8/18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如何保证AI生成的SQL安全可靠？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AI可能犯错，我们设了4道防线 + 最多3次自动修正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5E"/>
                </a:solidFill>
              </a:defRPr>
            </a:pPr>
            <a:r>
              <a:t>语法检查</a:t>
            </a:r>
            <a:br/>
            <a:r>
              <a:t>SQL写法对不对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5448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5E"/>
                </a:solidFill>
              </a:defRPr>
            </a:pPr>
            <a:r>
              <a:t>权限检查</a:t>
            </a:r>
            <a:br/>
            <a:r>
              <a:t>只能查不能改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5E"/>
                </a:solidFill>
              </a:defRPr>
            </a:pPr>
            <a:r>
              <a:t>表名检查</a:t>
            </a:r>
            <a:br/>
            <a:r>
              <a:t>数据表存在吗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54480"/>
            <a:ext cx="246888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5E"/>
                </a:solidFill>
              </a:defRPr>
            </a:pPr>
            <a:r>
              <a:t>执行验证</a:t>
            </a:r>
            <a:br/>
            <a:r>
              <a:t>跑一遍看结果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2608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2B5E"/>
                </a:solidFill>
              </a:defRPr>
            </a:pPr>
            <a:r>
              <a:t>操作权限控制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仅开放SELECT查询权限，拦截DROP/DELETE/UPDATE等危险操作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2B5E"/>
                </a:solidFill>
              </a:defRPr>
            </a:pPr>
            <a:r>
              <a:t>表名字段校验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03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白名单机制验证SQL中的表名和字段名，防止AI幻觉产生不存在的对象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2B5E"/>
                </a:solidFill>
              </a:defRPr>
            </a:pPr>
            <a:r>
              <a:t>自动纠错闭环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校验失败时将错误信息反馈给LLM，引导其修正SQL并重新生成，最多重试3次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8348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2B5E"/>
                </a:solidFill>
              </a:defRPr>
            </a:pPr>
            <a:r>
              <a:t>实战效果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超过80%的错误在3次重试内自动修复，用户无需关心底层纠错过程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9/18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覆盖 20+ 典型财务问数场景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从简单查询到复杂多维分析 + 自定义数据即插即用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营收查询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2024年总营收?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各区域排名?季度趋势?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毛利分析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各产品线毛利率排名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华东区Q2同比变化?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费用管控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预算执行率&lt;80%部门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费用占比最大类型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客户分析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营收Top5客户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逾期应收最多客户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66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749039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风险预警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逾期超30天应收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毛利率下降产品线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749039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自定义数据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上传CSV/Excel即用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自动建表+智能问数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10/18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系统演示 - 4 个典型场景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实际运行效果 | SQL自动生成+AI解读 | 平均响应3-5秒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554480"/>
            <a:ext cx="2743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场景1:毛利率同比分析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输入:2024年Q2毛利率同比2023年Q2变化?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SQL:自动生成含CTE跨年对比查询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结果:2024Q2to32.50%|2023Q2to34.60%|down2.10%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AI解读:主因原材料成本up8.3%华南区价格竞争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响应:3.2秒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554480"/>
            <a:ext cx="2743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场景2:预算执行监控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输入:哪些部门预算执行率低于80%?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SQL:HAVING子句+三表JOIN聚合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结果:研发中心62.3%|市场部71.5%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AI解读:建议确认研发里程碑评估预算调整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响应:2.8秒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54480"/>
            <a:ext cx="2743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场景3:应收风险预警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输入:逾期超30天应收款按客户统计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SQL:多条件过滤+聚合+排序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结果:12个客户逾期总计2,847,000元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AI解读:客户_03逾期680K超90天to立即催收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响应:3.5秒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54480"/>
            <a:ext cx="2743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场景4:自定义数据上传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上传:拖入CSV/Excel员工表/销售表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自动:建表+Schema生成+快捷问题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提问:员工平均薪资?各部门人数?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AI解读:基于任意上传数据智能分析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响应:4.0秒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3-5秒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平均响应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502920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SQL准确率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02920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80%+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纠错成功率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502920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自定义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数据即插即用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11/18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AI vs 传统方案 - 为什么非AI不可?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全方位对比 + 不可替代性论证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对比维度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554480"/>
            <a:ext cx="274320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传统BI方案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554480"/>
            <a:ext cx="274320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554480"/>
            <a:ext cx="228600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627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011680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031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使用方式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011680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21031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写SQL/拖拽配置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011680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21031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自然语言输入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011680"/>
            <a:ext cx="2286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1031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零门槛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5059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5420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响应时间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45059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59" y="2542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1-3天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45059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2542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3-10秒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450592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25420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99.9%up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2889504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98094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问题覆盖率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889504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59" y="29809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仅预设模板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889504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29809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开放域/泛化强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2889504"/>
            <a:ext cx="2286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29809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无限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32841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4198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数据解读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32841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59" y="34198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只给数据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32841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59" y="34198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数据+分析+建议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3328416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34198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质的飞跃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3767328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8587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异常发现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3767328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59" y="38587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人工抽查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767328"/>
            <a:ext cx="27432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59" y="38587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AI自动标注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767328"/>
            <a:ext cx="22860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不遗漏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20624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29767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部署成本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42062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59" y="429767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055"/>
                </a:solidFill>
              </a:defRPr>
            </a:pPr>
            <a:r>
              <a:t>BI系统+人力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42062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59" y="429767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6DB"/>
                </a:solidFill>
              </a:defRPr>
            </a:pPr>
            <a:r>
              <a:t>API+开源框架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420624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429767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</a:defRPr>
            </a:pPr>
            <a:r>
              <a:t>极低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4937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D2B5E"/>
                </a:solidFill>
              </a:defRPr>
            </a:pPr>
            <a:r>
              <a:t>为什么非AI不可?</a:t>
            </a:r>
          </a:p>
          <a:p>
            <a:pPr>
              <a:spcAft>
                <a:spcPts val="500"/>
              </a:spcAft>
              <a:defRPr sz="1000">
                <a:solidFill>
                  <a:srgbClr val="0D2B5E"/>
                </a:solidFill>
              </a:defRPr>
            </a:pPr>
            <a:r>
              <a:t>1.自然语言的多样性:同一问题有几十种问法-&gt;传统规则无法穷举只有LLM能理解语义</a:t>
            </a:r>
          </a:p>
          <a:p>
            <a:pPr>
              <a:spcAft>
                <a:spcPts val="500"/>
              </a:spcAft>
              <a:defRPr sz="1000">
                <a:solidFill>
                  <a:srgbClr val="0D2B5E"/>
                </a:solidFill>
              </a:defRPr>
            </a:pPr>
            <a:r>
              <a:t>2.复杂查询的组合性:用户可能问出从未预定义的多维交叉问题-&gt;LLM可动态理解并生成SQL</a:t>
            </a:r>
          </a:p>
          <a:p>
            <a:pPr>
              <a:spcAft>
                <a:spcPts val="500"/>
              </a:spcAft>
              <a:defRPr sz="1000">
                <a:solidFill>
                  <a:srgbClr val="0D2B5E"/>
                </a:solidFill>
              </a:defRPr>
            </a:pPr>
            <a:r>
              <a:t>3.分析解读的专业性:不只给数据像财务分析师一样给出解读-&gt;只有LLM具备此能力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12/18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AI 在方案中的三重角色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不只是工具更是能力增强器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智能翻译官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自然语言 to SQL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理解业务术语时间表述维度映射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华东区毛利率 to SELECT 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5448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数据分析师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86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查询结果 to 经营解读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发现异常分析原因评估影响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毛利率下降2.1%主因成本上升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55448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质量守门员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2860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自动校验+纠错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语法检查权限控制字段验证</a:t>
            </a:r>
          </a:p>
          <a:p>
            <a:pPr>
              <a:spcAft>
                <a:spcPts val="1000"/>
              </a:spcAft>
              <a:defRPr sz="1200">
                <a:solidFill>
                  <a:srgbClr val="334055"/>
                </a:solidFill>
              </a:defRPr>
            </a:pPr>
            <a:r>
              <a:t>失败自动反馈LLM重试最多3次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D2B5E"/>
                </a:solidFill>
              </a:defRPr>
            </a:pPr>
            <a:r>
              <a:t>AI 让财务人员从取数工升级为分析决策者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13/18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业务价值 - 定量分析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可量化的效率成本与准确率提升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问数响应提速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SQL生成准确率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70%+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BI重复取数减少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3-5s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平均响应时间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210K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年节省人力成本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554480"/>
            <a:ext cx="1645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6916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</a:defRPr>
            </a:pPr>
            <a:r>
              <a:t>80%+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纠错成功率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017520"/>
            <a:ext cx="106984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投入产出测算（保守估计）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520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测算前提: 10人管理团队，每人每月平均查询5次经营数据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传统模式成本: 每次查询平均耗时2小时（沟通+写SQL+出报表）× 人力成本200元/小时 ≈ 20,000元/月 → 240,000元/年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AI方案成本: 大模型API调用约500元/月 + 系统运维约2,000元/月 ≈ 2,500元/月 → 30,000元/年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年度净节省: 240,000 - 30,000 = 210,000元    投资回报率(ROI): 700%</a:t>
            </a:r>
          </a:p>
          <a:p>
            <a:pPr>
              <a:spcAft>
                <a:spcPts val="400"/>
              </a:spcAft>
              <a:defRPr sz="1100">
                <a:solidFill>
                  <a:srgbClr val="334055"/>
                </a:solidFill>
              </a:defRPr>
            </a:pPr>
            <a:r>
              <a:t>注: 以上仅为可量化的人力成本，不含决策提速带来的间接业务价值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14/18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业务价值 - 定性维度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超越数字的战略意义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决策敏捷性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从会上提问会后查数到当场问当场出结果</a:t>
            </a:r>
          </a:p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决策节奏从月/周级to分钟级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数据民主化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每个部门经理都能自助问数不再依赖BI团队</a:t>
            </a:r>
          </a:p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消除数据垄断释放组织数据活力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风险防控前置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月底出报表to实时AI监控预警</a:t>
            </a:r>
          </a:p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风险发现从事后变为事中/事前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99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知识沉淀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每次AI分析解读都是财务知识的数字化积累</a:t>
            </a:r>
          </a:p>
          <a:p>
            <a:pPr>
              <a:spcAft>
                <a:spcPts val="600"/>
              </a:spcAft>
              <a:defRPr sz="1200">
                <a:solidFill>
                  <a:srgbClr val="334055"/>
                </a:solidFill>
              </a:defRPr>
            </a:pPr>
            <a:r>
              <a:t>降低对资深财务分析师的依赖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15/18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四大创新点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技术创新驱动业务价值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五层 Prompt 注入策略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93391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055"/>
                </a:solidFill>
              </a:defRPr>
            </a:pPr>
            <a:r>
              <a:t>业界首创角色toSchemato规则to示例to问题分层注入准确率提升15个百分点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69848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SQL 自动纠错闭环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363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055"/>
                </a:solidFill>
              </a:defRPr>
            </a:pPr>
            <a:r>
              <a:t>语法校验to权限检查to字段验证to执行验证失败自动反馈LLM修正成功率80%+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69848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问数+分析一体化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793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055"/>
                </a:solidFill>
              </a:defRPr>
            </a:pPr>
            <a:r>
              <a:t>LLM二次调用自动生成经营分析解读:数据摘要+变动原因+风险提示+行动建议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83480"/>
            <a:ext cx="1069848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财务场景深度适配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055"/>
                </a:solidFill>
              </a:defRPr>
            </a:pPr>
            <a:r>
              <a:t>内置毛利率/净利率/同比环比/预算执行率等专业指标覆盖20+问数模式支持多模型热替换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126480"/>
            <a:ext cx="1069848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217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5E"/>
                </a:solidFill>
              </a:defRPr>
            </a:pPr>
            <a:r>
              <a:t>自定义数据即插即用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5653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055"/>
                </a:solidFill>
              </a:defRPr>
            </a:pPr>
            <a:r>
              <a:t>上传CSV/Excel自动建表动态Schema生成表名白名单注入一键分析任意数据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16/18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不足与展望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正视局限规划未来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当前不足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/复杂多步推理准确率偏低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/模糊问题澄清能力有限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/模拟数据缺乏真实业务验证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/Agent模式-多轮追问+自动拆解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/预测能力-接入时序预测模型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/知识库RAG-接入企业财务制度文档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/多模态输出-自动生成PPT简报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/企业级部署-对接ERP/权限管理</a:t>
            </a:r>
          </a:p>
          <a:p>
            <a:pPr>
              <a:spcAft>
                <a:spcPts val="800"/>
              </a:spcAft>
              <a:defRPr sz="1100">
                <a:solidFill>
                  <a:srgbClr val="334055"/>
                </a:solidFill>
              </a:defRPr>
            </a:pPr>
            <a:r>
              <a:t>/私有化部署-数据不出企业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NL2SQL 财务智能问数系统 / 经营分析赛道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B5E"/>
                </a:solidFill>
              </a:defRPr>
            </a:pPr>
            <a:r>
              <a:t>答辩三问 - 标准回答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每组必须清晰回答的三个核心问题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5E"/>
                </a:solidFill>
              </a:defRPr>
            </a:pPr>
            <a:r>
              <a:t>1.解决什么财务业务问题?痛点在哪里?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4055"/>
                </a:solidFill>
              </a:defRPr>
            </a:pPr>
            <a:r>
              <a:t>管理层看数难看数慢-传统问数需1-3天依赖BI团队。三大痛点:1响应慢(天级);2门槛高(需SQL技能);3分析浅(只给数据不解读)。核心矛盾:业务人员懂业务但不懂SQL技术人员懂SQL但不懂业务。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6984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5E"/>
                </a:solidFill>
              </a:defRPr>
            </a:pPr>
            <a:r>
              <a:t>2.AI在你的方案中扮演什么角色?为什么非AI不可?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4055"/>
                </a:solidFill>
              </a:defRPr>
            </a:pPr>
            <a:r>
              <a:t>三重角色:智能翻译官(自然语言toSQL)+数据分析师(结果to解读)+质量守门员(校验纠错)。非AI不可:1自然语言有无限多样性传统规则无法穷举;2复杂多维交叉查询无法预定义;3只有大模型能结合财务知识给出专业分析解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5E"/>
                </a:solidFill>
              </a:defRPr>
            </a:pPr>
            <a:r>
              <a:t>3.你的方案能带来什么业务价值?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4055"/>
                </a:solidFill>
              </a:defRPr>
            </a:pPr>
            <a:r>
              <a:t>效率:问数从天级to秒级提升99.9%。准确率:SQL生成88%避免人工翻译错误。风控:AI实时监控to异常不遗漏风险发现从事后变事中。ROI:年节省人力成本约210,000元投资回报率700%。定性:决策敏捷性+数据民主化+知识数字化沉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5029200"/>
            <a:ext cx="914400" cy="914400"/>
          </a:xfrm>
          <a:prstGeom prst="ellipse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640080" cy="640080"/>
          </a:xfrm>
          <a:prstGeom prst="ellipse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2B5E"/>
                </a:solidFill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NL2SQL 财务智能问数系统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468880"/>
            <a:ext cx="2743200" cy="0"/>
          </a:xfrm>
          <a:prstGeom prst="rect">
            <a:avLst/>
          </a:prstGeom>
          <a:noFill/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4055"/>
                </a:solidFill>
              </a:defRPr>
            </a:pPr>
            <a:r>
              <a:t>让数据会说话，让决策有依据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GitHub: github.com/Jared-Nathan-Su/nlwsql-finance</a:t>
            </a:r>
          </a:p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Streamlit Cloud: nlwsql-finance.streamlit.app</a:t>
            </a:r>
          </a:p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多模型: DeepSeek-V4 / Qwen / GPT-4o</a:t>
            </a:r>
          </a:p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支持: 演示数据 + CSV/Excel自定义上传</a:t>
            </a:r>
          </a:p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欢迎各位评委老师提问！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