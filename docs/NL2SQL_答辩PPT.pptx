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371600"/>
            <a:ext cx="548640" cy="54864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FDBFE"/>
                </a:solidFill>
              </a:defRPr>
            </a:pPr>
            <a:r>
              <a:t>基于大模型的企业财务智能问数与经营分析平台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0040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324612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赛道方向：经营分析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AI 工具：DeepSeek-V4  |  LangChain  |  Streamlit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指导教师：XXX    团队：XXX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效率提升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响应速度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业务背景与痛点分析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解决方案与系统架构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NL2SQL 引擎 + 五层 Prompt 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127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核心技术解析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SQL 安全校验 / 自动纠错 / AI 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系统演示与典型场景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97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3 个 Demo 展示核心能力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AI vs 传统 &amp; 业务价值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20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效率提升 99%+ / ROI 700%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9612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创新点 / 不足 / 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943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四大创新 + 未来路线图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业务背景与痛点分析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管理层提问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BI分析师理解需求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多轮沟通确认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编写SQL制作报表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反馈给管理层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1-3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全流程耗时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 人次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沟通成本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~20%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理解偏差率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199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9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仅 25%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员工可自助BI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分析师花在取数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</a:defRPr>
            </a:pPr>
            <a:r>
              <a:t>响应慢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问数以天为单位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错过决策窗口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门槛高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非技术人员无法自助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BI团队成为瓶颈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</a:defRPr>
            </a:pPr>
            <a:r>
              <a:t>分析浅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只给数据不解读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异常靠人发现易遗漏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解决方案定位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从翻译官视角重新定义财务问数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</a:defRPr>
            </a:pPr>
            <a:r>
              <a:t>BEFORE - 传统模式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BI分析师/业务人员反复沟通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手动编写SQL测试出报表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等待 1-3 天才能拿到数据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数据给了但为什么需自己分析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核心矛盾: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懂业务的人不懂 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 SQL 的人不懂业务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</a:defRPr>
            </a:pPr>
            <a:r>
              <a:t>AFTER - AI 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自然语言输入 AI自动生成SQL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3-10秒返回:数据+图表+AI解读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零门槛任何人都能自助问数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AI自动标注异常+行动建议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 = 财务翻译官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业务语言 to 数据库语言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数据结果 to 分析洞察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1051560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2B5E"/>
                </a:solidFill>
              </a:defRPr>
            </a:pPr>
            <a:r>
              <a:t>我们不替代财务人员，而是在业务与数据之间架一座 AI 翻译桥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三层架构: 展示层 to NL2SQL 引擎 to 数据层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展示层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自然语言输入 | 数据表格 | 可视化图表(Plotly)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SQL展示 | AI分析解读 | 历史查询记录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82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NL2SQL 核心引擎 LangChain+LLM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478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Step1:Prompt构建 Step2:LLM生成SQL Step3:SQL校验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Step4:执行查询 Step5:AI结果解读 自动纠错(最多3次)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451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数据层 SQLite / 星型模型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10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6 维度表 + 5 事实表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销售 | 成本 | 费用(含预算) | 应收 | 应付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数据表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172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59,720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总记录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 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时间跨度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 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覆盖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产品线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955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50个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数据模型设计 &amp; 核心财务指标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星型模式: 6维度+5事实 | 毛利率/同比/预算执行率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9105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59105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日期维度 / 年/季/月/日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993391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29967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29967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产品维度 / 12产品线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32304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468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部门维度 / 8部门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71215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dim_region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07791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区域维度 / 6城市4大区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10128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34670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dim_customer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467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客户维度 / 50客户含信用评分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4903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85615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dim_supplier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85615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供应商 / 20供应商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fact_sales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5910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20,736行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5910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销售:收入+数量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993391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029967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18,412行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029967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成本:直接/间接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432304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fact_expense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4688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17,280行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24688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费用:预算vs实际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2871215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fact_receivable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077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1,644行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9077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应收:逾期标记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3310128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fact_payable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3467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446行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3467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应付:到期日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B5E"/>
                </a:solidFill>
              </a:defRPr>
            </a:pPr>
            <a:r>
              <a:t>核心财务指标计算公式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毛利率=(收入-成本)/收入*100%      净利率=(收入-成本-费用)/收入*100%</a:t>
            </a:r>
          </a:p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同比=(本期-去年同期)/去年同期*100%      预算执行率=实际/预算*100%</a:t>
            </a:r>
          </a:p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费用率=费用/收入*100%      回款率=已收/应收*100%      周转天数=平均应收/日均收入*365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NL2SQL核心技术 - 五层 Prompt 注入策略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分层注入 vs 堆叠: 准确率 72% to 88%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02920" cy="59436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DB"/>
                </a:solidFill>
              </a:defRPr>
            </a:pPr>
            <a:r>
              <a:t>系统角色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556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资深财务数据分析师精通SQL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约束输出风格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000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258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</a:defRPr>
            </a:pPr>
            <a:r>
              <a:t>数据库Schema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5328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12张表完整结构字段含义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防幻觉字段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502920" cy="5943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366F1"/>
                </a:solidFill>
              </a:defRPr>
            </a:pPr>
            <a:r>
              <a:t>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1012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毛利率/同比公式区域映射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确保计算正确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0292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0448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13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Few-shot示例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873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3-5个自然语言toSQL配对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886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引导生成模式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50292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817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902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用户问题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864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华东区Q2毛利率同比变化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最终回答目标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D2B5E"/>
                </a:solidFill>
              </a:defRPr>
            </a:pPr>
            <a:r>
              <a:t>实验结果: 不分层72% | 五层分层88% | 分层+7示例91% =&gt; 分层比堆叠准确率提升约15个百分点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SQL 安全校验与自动纠错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4道防线 + 最多3次自动重试 纠错成功率80%+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语法校验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权限检查</a:t>
            </a:r>
            <a:br/>
            <a:r>
              <a:t>(仅SELECT)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表名/字段名</a:t>
            </a:r>
            <a:br/>
            <a:r>
              <a:t>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执行验证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拦截危险操作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17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DROP/DELETE/UPDATE/INSERT等DML/DDL全部拦截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防幻觉字段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表名/字段名白名单校验不存在的字段自动标记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自动纠错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校验失败to错误反馈LLMto重新生成to最多3次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834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纠错成功率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74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80%+的错误在3次重试内被自动修复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覆盖 20+ 典型财务问数场景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从简单查询到复杂多维分析 AI 一键搞定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营收查询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2024年总营收?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各区域排名?季度趋势?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毛利分析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各产品线毛利率排名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华东区Q2同比变化?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费用管控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预算执行率&lt;80%部门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费用占比最大类型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客户分析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营收Top5客户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逾期应收最多客户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风险预警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逾期超30天应收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毛利率下降产品线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综合经营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本月经营简报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利润下降原因分析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系统演示 - 3 个典型场景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实际运行效果 | SQL自动生成+AI解读 | 平均响应3-5秒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5661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场景1:毛利率同比分析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输入:2024年Q2毛利率同比2023年Q2变化?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SQL:自动生成含CTE跨年对比查询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结果:2024Q2to32.50%|2023Q2to34.60%|down2.10%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AI解读:主因原材料成本up8.3%华南区价格竞争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响应:3.2秒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场景2:预算执行监控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0312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输入:哪些部门预算执行率低于80%?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SQL:HAVING子句+三表JOIN聚合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结果:研发中心62.3%|市场部71.5%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AI解读:建议确认研发里程碑评估预算调整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响应:2.8秒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5661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37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场景3:应收风险预警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输入:逾期超30天应收款按客户统计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SQL:多条件过滤+聚合+排序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结果:12个客户逾期总计2,847,000元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AI解读:客户_03逾期680K超90天to立即催收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响应:3.5秒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3-5秒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39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39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20+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vs 传统方案 - 为什么非AI不可?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全方位对比 + 不可替代性论证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27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对比维度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传统BI方案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554480"/>
            <a:ext cx="22860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011680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0312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使用方式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写SQL/拖拽配置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自然语言输入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1031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零门槛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450592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5420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响应时间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1-3天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3-10秒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450592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25420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99.9%up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2889504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98094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问题覆盖率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仅预设模板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开放域/泛化强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889504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0" y="29809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无限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328416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41985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数据解读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只给数据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数据+分析+建议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328416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41985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质的飞跃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767328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385876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异常发现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人工抽查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AI自动标注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67328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38587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不遗漏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4206240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976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部署成本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233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BI系统+人力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65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API+开源框架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4206240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760" y="4297679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极低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4937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为什么非AI不可?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1.自然语言的多样性:同一问题有几十种问法-&gt;传统规则无法穷举只有LLM能理解语义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2.复杂查询的组合性:用户可能问出从未预定义的多维交叉问题-&gt;LLM可动态理解并生成SQL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3.分析解读的专业性:不只给数据像财务分析师一样给出解读-&gt;只有LLM具备此能力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在方案中的三重角色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不只是工具更是能力增强器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</a:defRPr>
            </a:pPr>
            <a:r>
              <a:t>智能翻译官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自然语言 to SQL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理解业务术语时间表述维度映射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华东区毛利率 to SELECT JOIN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数据分析师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查询结果 to 经营解读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发现异常分析原因评估影响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毛利率下降2.1%主因成本上升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质量守门员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自动校验+纠错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语法检查权限控制字段验证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失败自动反馈LLM重试最多3次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37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2B5E"/>
                </a:solidFill>
              </a:defRPr>
            </a:pPr>
            <a:r>
              <a:t>AI 让财务人员从取数工升级为分析决策者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定量分析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可量化的效率成本与准确率提升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问数响应提速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SQL生成准确率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70%+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BI重复取数减少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210K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年节省人力成本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69848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ROI 测算(保守估计)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520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假设:10人管理层每人每月问数5次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传统成本:10人x5次/月x2h/次x200元/h = 20,000元/月 -&gt; 240,000元/年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AI方案成本: LLM API 500元/月 + 运维2,000元/月 = 2,500元/月 -&gt; 30,000元/年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年度净节省: 240,000-30,000 = 210,000元    投资回报率(ROI): 700%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以上不含更快决策带来的间接业务价值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定性维度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超越数字的战略意义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决策敏捷性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从会上提问会后查数到当场问当场出结果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决策节奏从月/周级to分钟级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535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</a:defRPr>
            </a:pPr>
            <a:r>
              <a:t>数据民主化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每个部门经理都能自助问数不再依赖BI团队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消除数据垄断释放组织数据活力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风险防控前置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177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月底出报表to实时AI监控预警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风险发现从事后变为事中/事前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4924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223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知识沉淀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52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每次AI分析解读都是财务知识的数字化积累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降低对资深财务分析师的依赖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四大创新点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技术创新驱动业务价值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五层 Prompt 注入策略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1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业界首创角色toSchemato规则to示例to问题分层注入准确率提升15个百分点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SQL 自动纠错闭环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36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语法校验to权限检查to字段验证to执行验证失败自动反馈LLM修正成功率80%+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问数+分析一体化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79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LLM二次调用自动生成经营分析解读:数据摘要+变动原因+风险提示+行动建议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财务场景深度适配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22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内置毛利率/净利率/同比环比/预算执行率等专业指标覆盖20+问数模式支持多模型热替换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不足与展望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正视局限规划未来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当前不足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/复杂多步推理准确率偏低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/模糊问题澄清能力有限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/模拟数据缺乏真实业务验证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未来展望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/Agent模式-多轮追问+自动拆解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/预测能力-接入时序预测模型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/知识库RAG-接入企业财务制度文档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/多模态输出-自动生成PPT简报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/企业级部署-对接ERP/权限管理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/私有化部署-数据不出企业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答辩三问 - 标准回答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每组必须清晰回答的三个核心问题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1.解决什么财务业务问题?痛点在哪里?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管理层看数难看数慢-传统问数需1-3天依赖BI团队。三大痛点:1响应慢(天级);2门槛高(需SQL技能);3分析浅(只给数据不解读)。核心矛盾:业务人员懂业务但不懂SQL技术人员懂SQL但不懂业务。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2.AI在你的方案中扮演什么角色?为什么非AI不可?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三重角色:智能翻译官(自然语言toSQL)+数据分析师(结果to解读)+质量守门员(校验纠错)。非AI不可:1自然语言有无限多样性传统规则无法穷举;2复杂多维交叉查询无法预定义;3只有大模型能结合财务知识给出专业分析解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3.你的方案能带来什么业务价值?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效率:问数从天级to秒级提升99.9%。准确率:SQL生成88%避免人工翻译错误。风控:AI实时监控to异常不遗漏风险发现从事后变事中。ROI:年节省人力成本约210,000元投资回报率700%。定性:决策敏捷性+数据民主化+知识数字化沉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5029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2B5E"/>
                </a:solidFill>
              </a:defRPr>
            </a:pPr>
            <a:r>
              <a:t>感谢聆听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468880"/>
            <a:ext cx="27432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4055"/>
                </a:solidFill>
              </a:defRPr>
            </a:pPr>
            <a:r>
              <a:t>让数据会说话，让决策有依据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54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GitHub: github.com/Jared-Nathan-Su/nlwsql-finance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Streamlit Cloud: nlwsql-finance.streamlit.app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赛道：经营分析  |  AI 工具：DeepSeek-V4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欢迎各位评委老师提问！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