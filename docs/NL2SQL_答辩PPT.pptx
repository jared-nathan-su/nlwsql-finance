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" y="1371600"/>
            <a:ext cx="548640" cy="54864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9144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0116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BFDBFE"/>
                </a:solidFill>
              </a:defRPr>
            </a:pPr>
            <a:r>
              <a:t>基于大模型的企业财务智能问数与经营分析平台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20040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3246120"/>
            <a:ext cx="18288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56616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赛道方向：经营分析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AI 工具：DeepSeek-V4  |  LangChain  |  Streamlit</a:t>
            </a:r>
          </a:p>
          <a:p>
            <a:pPr>
              <a:spcAft>
                <a:spcPts val="1000"/>
              </a:spcAft>
              <a:defRPr sz="1400">
                <a:solidFill>
                  <a:srgbClr val="334055"/>
                </a:solidFill>
              </a:defRPr>
            </a:pPr>
            <a:r>
              <a:t>指导教师：XXX    团队：XXX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效率提升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3192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响应速度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2559" y="5120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5257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58521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问数场景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4A3B8"/>
                </a:solidFill>
              </a:defRPr>
            </a:pPr>
            <a:r>
              <a:t>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目  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48132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业务背景与痛点分析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3042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解决方案与系统架构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6517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NL2SQL 引擎 + 五层 Prompt 注入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0896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12724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核心技术解析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4747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SQL 安全校验 / 自动纠错 / AI 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93192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95020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系统演示与典型场景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2976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3 个 Demo 展示核心能力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7316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AI vs 传统 &amp; 业务价值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512064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效率提升 99%+ / ROI 700%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640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596127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293B"/>
                </a:solidFill>
              </a:defRPr>
            </a:pPr>
            <a:r>
              <a:t>创新点 / 不足 / 展望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9436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94A3B8"/>
                </a:solidFill>
              </a:defRPr>
            </a:pPr>
            <a:r>
              <a:t>四大创新 + 未来路线图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企业管理层的看数之痛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业务背景与痛点分析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管理层提问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BI分析师理解需求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79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多轮沟通确认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199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编写SQL制作报表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192024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A56DB"/>
                </a:solidFill>
              </a:defRPr>
            </a:pPr>
            <a:r>
              <a:t>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09760" y="1645920"/>
            <a:ext cx="182880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1783080"/>
            <a:ext cx="1645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1E293B"/>
                </a:solidFill>
              </a:defRPr>
            </a:pPr>
            <a:r>
              <a:t>反馈给管理层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1-3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全流程耗时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2608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 人次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2608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沟通成本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2064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2064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~20%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2064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理解偏差率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199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199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仅 25%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199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员工可自助BI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509760" y="283464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09760" y="297180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09760" y="356616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分析师花在取数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152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F4444"/>
                </a:solidFill>
              </a:defRPr>
            </a:pPr>
            <a:r>
              <a:t>响应慢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问数以天为单位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错过决策窗口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9E0B"/>
                </a:solidFill>
              </a:defRPr>
            </a:pPr>
            <a:r>
              <a:t>门槛高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4632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非技术人员无法自助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BI团队成为瓶颈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412480" y="4206240"/>
            <a:ext cx="347472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0" y="43891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4A3B8"/>
                </a:solidFill>
              </a:defRPr>
            </a:pPr>
            <a:r>
              <a:t>分析浅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4754879"/>
            <a:ext cx="2926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只给数据不解读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异常靠人发现易遗漏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解决方案定位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从翻译官视角重新定义财务问数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EF4444"/>
                </a:solidFill>
              </a:defRPr>
            </a:pPr>
            <a:r>
              <a:t>BEFORE - 传统模式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BI分析师/业务人员反复沟通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手动编写SQL测试出报表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等待 1-3 天才能拿到数据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数据给了但为什么需自己分析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核心矛盾: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懂业务的人不懂 SQL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懂 SQL 的人不懂业务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16459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0B981"/>
                </a:solidFill>
              </a:defRPr>
            </a:pPr>
            <a:r>
              <a:t>AFTER - AI 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0312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自然语言输入 AI自动生成SQL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3-10秒返回:数据+图表+AI解读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零门槛任何人都能自助问数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AI自动标注异常+行动建议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AI = 财务翻译官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业务语言 to 数据库语言</a:t>
            </a:r>
          </a:p>
          <a:p>
            <a:pPr>
              <a:spcAft>
                <a:spcPts val="700"/>
              </a:spcAft>
              <a:defRPr sz="1200">
                <a:solidFill>
                  <a:srgbClr val="334055"/>
                </a:solidFill>
              </a:defRPr>
            </a:pPr>
            <a:r>
              <a:t>数据结果 to 分析洞察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5029200"/>
            <a:ext cx="1051560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51663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D2B5E"/>
                </a:solidFill>
              </a:defRPr>
            </a:pPr>
            <a:r>
              <a:t>我们不替代财务人员，而是在业务与数据之间架一座 AI 翻译桥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系统架构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三层架构: 展示层 to NL2SQL 引擎 to 数据层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123444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展示层 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8483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自然语言输入 | 数据表格 | 可视化图表(Plotly)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774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SQL展示 | AI分析解读 | 历史查询记录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08960"/>
            <a:ext cx="10698480" cy="123444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18211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NL2SQL 核心引擎 LangChain+LLM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54787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Step1:Prompt构建 Step2:LLM生成SQL Step3:SQL校验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84048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Step4:执行查询 Step5:AI结果解读 自动纠错(最多3次)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13308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多模型支持: DeepSeek-V4 / Qwen / GPT-4o 一键切换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72000"/>
            <a:ext cx="10698480" cy="1234440"/>
          </a:xfrm>
          <a:prstGeom prst="round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645152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</a:defRPr>
            </a:pPr>
            <a:r>
              <a:t>数据层 SQLite / 自定义上传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10912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6 维度表 + 5 事实表(演示数据)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3035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支持 CSV/Excel 文件上传 自动建表自动分析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59612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E0E8F0"/>
                </a:solidFill>
              </a:defRPr>
            </a:pPr>
            <a:r>
              <a:t>销售 | 成本 | 费用(含预算) | 应收 | 应付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演示数据表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172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3172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59,720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演示总记录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 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时间跨度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6 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覆盖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12 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产品线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608076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621792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任意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6812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上传自定义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数据如何组织？—— 数据库设计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围绕企业经营的 6 个维度 + 5 类业务数据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910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时间维度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1591056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按年/季/月/日分析 / 覆盖2022-2024三年数据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993391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29967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产品维度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20" y="2029967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12条产品线 / 硬件、软件、服务三大类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432304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4688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部门维度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2468880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8个部门 / 研发、销售、市场、财务等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871215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9077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区域维度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20" y="2907791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全国6城市4大区 / 华东、华南、华北、西南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310128"/>
            <a:ext cx="502920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3467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客户维度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60320" y="3346704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50个客户 / 含信用评级和行业标签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49039"/>
            <a:ext cx="502920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3785615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供应商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60320" y="3785615"/>
            <a:ext cx="3200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20家供应商 / 覆盖主要采购渠道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1554480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1591056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销售记录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0" y="1591056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20,736条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1591056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收入+销量:每笔销售的时间/产品/区域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993391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2029967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成本记录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2029967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18,412条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2029967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直接+间接成本:与销售收入精细匹配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2432304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60" y="2468880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费用记录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46720" y="2468880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17,280条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35440" y="246888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预算+实际:各部门预算执行情况追踪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2871215"/>
            <a:ext cx="5212080" cy="365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0" y="2907791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应收记录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907791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1,644条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2907791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客户欠款:含是否逾期和逾期天数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3310128"/>
            <a:ext cx="5212080" cy="36576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0" y="3346704"/>
            <a:ext cx="1645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D2B5E"/>
                </a:solidFill>
              </a:defRPr>
            </a:pPr>
            <a:r>
              <a:t>应付记录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0" y="3346704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4A3B8"/>
                </a:solidFill>
              </a:defRPr>
            </a:pPr>
            <a:r>
              <a:t>446条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40" y="3346704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34055"/>
                </a:solidFill>
              </a:defRPr>
            </a:pPr>
            <a:r>
              <a:t>公司欠款:供应商付款到期日管理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" y="44805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D2B5E"/>
                </a:solidFill>
              </a:defRPr>
            </a:pPr>
            <a:r>
              <a:t>系统能回答哪些财务问题？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48463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营收: 某个区域、产品线、时间段赚了多少钱？跟去年同期比涨了还是跌了？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盈利: 哪个产品最赚钱？哪个区域的毛利率在下降？需要重点关注什么地方？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花钱: 各部门花了多少钱？有没有超预算？哪类费用增长最快？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回款: 哪些客户欠款还没还？欠了多少？超过约定期限多久了？该催谁？</a:t>
            </a:r>
          </a:p>
          <a:p>
            <a:pPr>
              <a:spcAft>
                <a:spcPts val="500"/>
              </a:spcAft>
              <a:defRPr sz="1000">
                <a:solidFill>
                  <a:srgbClr val="334055"/>
                </a:solidFill>
              </a:defRPr>
            </a:pPr>
            <a:r>
              <a:t>综合: 上个月公司整体经营情况怎么样？收入、利润、费用、回款都正常吗？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怎样准确理解财务问题？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不是简单把问题丢给AI，而是分五层逐步引导，准确率从72%提升到88%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502920" cy="594360"/>
          </a:xfrm>
          <a:prstGeom prst="round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7276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148132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A56DB"/>
                </a:solidFill>
              </a:defRPr>
            </a:pPr>
            <a:r>
              <a:t>告诉AI它是谁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173736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你是一位资深财务数据分析师</a:t>
            </a:r>
            <a:br/>
            <a:r>
              <a:t>精通企业经营指标和SQL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让AI进入角色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240280"/>
            <a:ext cx="502920" cy="5943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35000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225856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3B82F6"/>
                </a:solidFill>
              </a:defRPr>
            </a:pPr>
            <a:r>
              <a:t>告诉AI有哪些数据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5146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数据库有12张表，每张表存什么信息</a:t>
            </a:r>
            <a:br/>
            <a:r>
              <a:t>字段名称和含义是什么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23317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防止AI瞎编字段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017520"/>
            <a:ext cx="502920" cy="594360"/>
          </a:xfrm>
          <a:prstGeom prst="round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03580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366F1"/>
                </a:solidFill>
              </a:defRPr>
            </a:pPr>
            <a:r>
              <a:t>告诉AI怎么算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291839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毛利率是(收入-成本)/收入</a:t>
            </a:r>
            <a:br/>
            <a:r>
              <a:t>同比是和去年同期比较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1120" y="310896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确保计算逻辑正确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3794760"/>
            <a:ext cx="50292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0448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1304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59E0B"/>
                </a:solidFill>
              </a:defRPr>
            </a:pPr>
            <a:r>
              <a:t>给AI看几个例子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40690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类似问题应该生成什么样的SQL</a:t>
            </a:r>
            <a:br/>
            <a:r>
              <a:t>给3-5个标准问答示范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3886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让AI模仿正确格式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50292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681728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71600" y="4590288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0B981"/>
                </a:solidFill>
              </a:defRPr>
            </a:pPr>
            <a:r>
              <a:t>提出用户真正的问题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华东区第二季度毛利率</a:t>
            </a:r>
            <a:br/>
            <a:r>
              <a:t>和去年同期相比变化多少？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0" y="46634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4A3B8"/>
                </a:solidFill>
              </a:defRPr>
            </a:pPr>
            <a:r>
              <a:t>目的: 结合前面知识给出答案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5486400"/>
            <a:ext cx="10698480" cy="7315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5778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0D2B5E"/>
                </a:solidFill>
              </a:defRPr>
            </a:pPr>
            <a:r>
              <a:t>效果验证: 直接让AI生成SQL准确率仅72% | 五层逐步引导后达到88% | 再加更多示例可达91%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8/18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如何保证AI生成的SQL安全可靠？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AI可能犯错，我们设了4道防线 + 最多3次自动修正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语法检查</a:t>
            </a:r>
            <a:br/>
            <a:r>
              <a:t>SQL写法对不对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6616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权限检查</a:t>
            </a:r>
            <a:br/>
            <a:r>
              <a:t>只能查不能改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表名检查</a:t>
            </a:r>
            <a:br/>
            <a:r>
              <a:t>数据表存在吗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82880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10B981"/>
                </a:solidFill>
              </a:defRPr>
            </a:pPr>
            <a:r>
              <a:t>&gt;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35440" y="1554480"/>
            <a:ext cx="2468880" cy="914400"/>
          </a:xfrm>
          <a:prstGeom prst="roundRect">
            <a:avLst/>
          </a:prstGeom>
          <a:solidFill>
            <a:srgbClr val="E8F0FE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0" y="169164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D2B5E"/>
                </a:solidFill>
              </a:defRPr>
            </a:pPr>
            <a:r>
              <a:t>执行验证</a:t>
            </a:r>
            <a:br/>
            <a:r>
              <a:t>跑一遍看结果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29260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0175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防删库跑路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0175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系统只允许查询操作，删除、修改、建表等危险命令全部拦截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6118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7033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防胡说八道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37033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AI可能编造不存在的表名和字段，白名单机制确保只查真实数据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42976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891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自动修正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43891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生成出错不要紧，系统会把错误反馈给AI让它重新生成，最多试3次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983480"/>
            <a:ext cx="10698480" cy="54864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074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D2B5E"/>
                </a:solidFill>
              </a:defRPr>
            </a:pPr>
            <a:r>
              <a:t>实战效果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507492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34055"/>
                </a:solidFill>
              </a:defRPr>
            </a:pPr>
            <a:r>
              <a:t>超过80%的错误能在3次重试内自动修复，用户无感知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9/18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覆盖 20+ 典型财务问数场景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从简单查询到复杂多维分析 + 自定义数据即插即用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营收查询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2024年总营收?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各区域排名?季度趋势?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毛利分析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各产品线毛利率排名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华东区Q2同比变化?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46304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1645920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费用管控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01168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预算执行率&lt;80%部门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费用占比最大类型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客户分析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营收Top5客户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逾期应收最多客户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风险预警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逾期超30天应收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毛利率下降产品线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356616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749039"/>
            <a:ext cx="2926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自定义数据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292607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上传CSV/Excel即用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自动建表+智能问数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10/18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系统演示 - 4 个典型场景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实际运行效果 | SQL自动生成+AI解读 | 平均响应3-5秒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场景1:毛利率同比分析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输入:2024年Q2毛利率同比2023年Q2变化?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SQL:自动生成含CTE跨年对比查询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结果:2024Q2to32.50%|2023Q2to34.60%|down2.10%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AI解读:主因原材料成本up8.3%华南区价格竞争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响应:3.2秒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场景2:预算执行监控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输入:哪些部门预算执行率低于80%?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SQL:HAVING子句+三表JOIN聚合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结果:研发中心62.3%|市场部71.5%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AI解读:建议确认研发里程碑评估预算调整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响应:2.8秒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场景3:应收风险预警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输入:逾期超30天应收款按客户统计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SQL:多条件过滤+聚合+排序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结果:12个客户逾期总计2,847,000元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AI解读:客户_03逾期680K超90天to立即催收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响应:3.5秒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280" y="1554480"/>
            <a:ext cx="274320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1737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场景4:自定义数据上传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2103120"/>
            <a:ext cx="21945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上传:拖入CSV/Excel员工表/销售表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自动:建表+Schema生成+快捷问题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提问:员工平均薪资?各部门人数?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AI解读:基于任意上传数据智能分析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响应:4.0秒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3-5秒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49039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49039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49039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SQL准确率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80%+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18320" y="502920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8320" y="516636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0B981"/>
                </a:solidFill>
              </a:defRPr>
            </a:pPr>
            <a:r>
              <a:t>自定义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20" y="57607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数据即插即用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11/18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vs 传统方案 - 为什么非AI不可?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全方位对比 + 不可替代性论证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32004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276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对比维度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传统BI方案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1554480"/>
            <a:ext cx="27432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162763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AI方案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0" y="1554480"/>
            <a:ext cx="2286000" cy="45720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9760" y="162763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提升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011680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03120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使用方式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319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233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写SQL/拖拽配置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75120" y="2011680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66559" y="21031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自然语言输入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418320" y="2011680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09760" y="2103120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零门槛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2450592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2542032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响应时间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319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233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1-3天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2450592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59" y="2542032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3-10秒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2450592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09760" y="2542032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99.9%up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2889504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2980944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问题覆盖率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319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233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仅预设模板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2889504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59" y="2980944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开放域/泛化强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8320" y="2889504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760" y="2980944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无限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520" y="3328416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3419856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数据解读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9319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233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只给数据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20" y="3328416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59" y="3419856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数据+分析+建议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418320" y="3328416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760" y="3419856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质的飞跃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31520" y="3767328"/>
            <a:ext cx="32004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60" y="3858768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异常发现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9319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233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人工抽查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20" y="3767328"/>
            <a:ext cx="27432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66559" y="385876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AI自动标注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767328"/>
            <a:ext cx="2286000" cy="438912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760" y="3858768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不遗漏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1520" y="4206240"/>
            <a:ext cx="32004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60" y="4297679"/>
            <a:ext cx="3017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部署成本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9319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233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334055"/>
                </a:solidFill>
              </a:defRPr>
            </a:pPr>
            <a:r>
              <a:t>BI系统+人力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20" y="4206240"/>
            <a:ext cx="27432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66559" y="4297679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A56DB"/>
                </a:solidFill>
              </a:defRPr>
            </a:pPr>
            <a:r>
              <a:t>API+开源框架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18320" y="4206240"/>
            <a:ext cx="22860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09760" y="4297679"/>
            <a:ext cx="2103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10B981"/>
                </a:solidFill>
              </a:defRPr>
            </a:pPr>
            <a:r>
              <a:t>极低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31520" y="4846320"/>
            <a:ext cx="10698480" cy="146304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4400" y="493776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为什么非AI不可?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1.自然语言的多样性:同一问题有几十种问法-&gt;传统规则无法穷举只有LLM能理解语义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2.复杂查询的组合性:用户可能问出从未预定义的多维交叉问题-&gt;LLM可动态理解并生成SQL</a:t>
            </a:r>
          </a:p>
          <a:p>
            <a:pPr>
              <a:spcAft>
                <a:spcPts val="500"/>
              </a:spcAft>
              <a:defRPr sz="1000">
                <a:solidFill>
                  <a:srgbClr val="0D2B5E"/>
                </a:solidFill>
              </a:defRPr>
            </a:pPr>
            <a:r>
              <a:t>3.分析解读的专业性:不只给数据像财务分析师一样给出解读-&gt;只有LLM具备此能力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12/18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AI 在方案中的三重角色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不只是工具更是能力增强器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56DB"/>
                </a:solidFill>
              </a:defRPr>
            </a:pPr>
            <a:r>
              <a:t>智能翻译官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自然语言 to SQL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理解业务术语时间表述维度映射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华东区毛利率 to SELECT JOIN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0B981"/>
                </a:solidFill>
              </a:defRPr>
            </a:pPr>
            <a:r>
              <a:t>数据分析师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查询结果 to 经营解读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发现异常分析原因评估影响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毛利率下降2.1%主因成本上升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1554480"/>
            <a:ext cx="3474720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0" y="16916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9E0B"/>
                </a:solidFill>
              </a:defRPr>
            </a:pPr>
            <a:r>
              <a:t>质量守门员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286000"/>
            <a:ext cx="2743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自动校验+纠错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语法检查权限控制字段验证</a:t>
            </a:r>
          </a:p>
          <a:p>
            <a:pPr>
              <a:spcAft>
                <a:spcPts val="1000"/>
              </a:spcAft>
              <a:defRPr sz="1200">
                <a:solidFill>
                  <a:srgbClr val="334055"/>
                </a:solidFill>
              </a:defRPr>
            </a:pPr>
            <a:r>
              <a:t>失败自动反馈LLM重试最多3次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49377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0D2B5E"/>
                </a:solidFill>
              </a:defRPr>
            </a:pPr>
            <a:r>
              <a:t>AI 让财务人员从取数工升级为分析决策者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13/18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定量分析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可量化的效率成本与准确率提升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问数响应提速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37744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7744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SQL生成准确率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70%+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BI重复取数减少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3-5s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平均响应时间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210K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年节省人力成本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1554480"/>
            <a:ext cx="16459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0" y="1691639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6DB"/>
                </a:solidFill>
              </a:defRPr>
            </a:pPr>
            <a:r>
              <a:t>80%+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22860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4A3B8"/>
                </a:solidFill>
              </a:defRPr>
            </a:pPr>
            <a:r>
              <a:t>纠错成功率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17520"/>
            <a:ext cx="10698480" cy="2560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108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投入产出测算（保守估计）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520440"/>
            <a:ext cx="100584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假设一个10人管理团队，平均每人每月需要查5次数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原来的方式: 每次查数平均花2小时等人沟通、写SQL、出报表，人力成本约20,000元/月，一年24万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用AI的方式: 自己打字提问3秒出结果，大模型API每月约500元，加上运维约2,500元/月，一年仅3万</a:t>
            </a: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</a:p>
          <a:p>
            <a:pPr>
              <a:spcAft>
                <a:spcPts val="400"/>
              </a:spcAft>
              <a:defRPr sz="1100">
                <a:solidFill>
                  <a:srgbClr val="334055"/>
                </a:solidFill>
              </a:defRPr>
            </a:pPr>
            <a:r>
              <a:t>一年下来省了21万元，投1块省7块，还不算决策更快带来的隐形收益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14/18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业务价值 - 定性维度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超越数字的战略意义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64592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71907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决策敏捷性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488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从会上提问会后查数到当场问当场出结果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决策节奏从月/周级to分钟级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7919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A56DB"/>
                </a:solidFill>
              </a:defRPr>
            </a:pPr>
            <a:r>
              <a:t>数据民主化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0896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每个部门经理都能自助问数不再依赖BI团队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消除数据垄断释放组织数据活力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56616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3931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风险防控前置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0690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月底出报表to实时AI监控预警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风险发现从事后变为事中/事前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26280"/>
            <a:ext cx="10698480" cy="822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59943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59E0B"/>
                </a:solidFill>
              </a:defRPr>
            </a:pPr>
            <a:r>
              <a:t>知识沉淀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0292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每次AI分析解读都是财务知识的数字化积累</a:t>
            </a:r>
          </a:p>
          <a:p>
            <a:pPr>
              <a:spcAft>
                <a:spcPts val="600"/>
              </a:spcAft>
              <a:defRPr sz="1200">
                <a:solidFill>
                  <a:srgbClr val="334055"/>
                </a:solidFill>
              </a:defRPr>
            </a:pPr>
            <a:r>
              <a:t>降低对资深财务分析师的依赖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15/18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四大创新点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技术创新驱动业务价值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五层 Prompt 注入策略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993391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业界首创角色toSchemato规则to示例to问题分层注入准确率提升15个百分点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97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788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SQL 自动纠错闭环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136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语法校验to权限检查to字段验证to执行验证失败自动反馈LLM修正成功率80%+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840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问数+分析一体化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79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LLM二次调用自动生成经营分析解读:数据摘要+变动原因+风险提示+行动建议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983480"/>
            <a:ext cx="10698480" cy="96012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财务场景深度适配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22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内置毛利率/净利率/同比环比/预算执行率等专业指标覆盖20+问数模式支持多模型热替换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6126480"/>
            <a:ext cx="10698480" cy="960120"/>
          </a:xfrm>
          <a:prstGeom prst="round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6217920"/>
            <a:ext cx="9144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D2B5E"/>
                </a:solidFill>
              </a:defRPr>
            </a:pPr>
            <a:r>
              <a:t>自定义数据即插即用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6565392"/>
            <a:ext cx="9601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4055"/>
                </a:solidFill>
              </a:defRPr>
            </a:pPr>
            <a:r>
              <a:t>上传CSV/Excel自动建表动态Schema生成表名白名单注入一键分析任意数据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16/18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不足与展望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正视局限规划未来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F4444"/>
                </a:solidFill>
              </a:defRPr>
            </a:pPr>
            <a:r>
              <a:t>当前不足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/复杂多步推理准确率偏低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/模糊问题澄清能力有限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/模拟数据缺乏真实业务验证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0B981"/>
                </a:solidFill>
              </a:defRPr>
            </a:pPr>
            <a:r>
              <a:t>未来展望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01168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/Agent模式-多轮追问+自动拆解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/预测能力-接入时序预测模型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/知识库RAG-接入企业财务制度文档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/多模态输出-自动生成PPT简报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/企业级部署-对接ERP/权限管理</a:t>
            </a:r>
          </a:p>
          <a:p>
            <a:pPr>
              <a:spcAft>
                <a:spcPts val="800"/>
              </a:spcAft>
              <a:defRPr sz="1100">
                <a:solidFill>
                  <a:srgbClr val="334055"/>
                </a:solidFill>
              </a:defRPr>
            </a:pPr>
            <a:r>
              <a:t>/私有化部署-数据不出企业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0D2B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</a:defRPr>
            </a:pPr>
            <a:r>
              <a:t>NL2SQL 财务智能问数系统 / 经营分析赛道 /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4A3B8"/>
                </a:solidFill>
              </a:defRPr>
            </a:pPr>
            <a:r>
              <a:t>17/18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D2B5E"/>
                </a:solidFill>
              </a:defRPr>
            </a:pPr>
            <a:r>
              <a:t>答辩三问 - 标准回答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914400"/>
            <a:ext cx="1371600" cy="508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05156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每组必须清晰回答的三个核心问题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544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645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1.解决什么财务业务问题?痛点在哪里?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管理层看数难看数慢-传统问数需1-3天依赖BI团队。三大痛点:1响应慢(天级);2门槛高(需SQL技能);3分析浅(只给数据不解读)。核心矛盾:业务人员懂业务但不懂SQL技术人员懂SQL但不懂业务。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2.AI在你的方案中扮演什么角色?为什么非AI不可?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11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三重角色:智能翻译官(自然语言toSQL)+数据分析师(结果to解读)+质量守门员(校验纠错)。非AI不可:1自然语言有无限多样性传统规则无法穷举;2复杂多维交叉查询无法预定义;3只有大模型能结合财务知识给出专业分析解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754880"/>
            <a:ext cx="10698480" cy="14173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846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D2B5E"/>
                </a:solidFill>
              </a:defRPr>
            </a:pPr>
            <a:r>
              <a:t>3.你的方案能带来什么业务价值?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2120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334055"/>
                </a:solidFill>
              </a:defRPr>
            </a:pPr>
            <a:r>
              <a:t>效率:问数从天级to秒级提升99.9%。准确率:SQL生成88%避免人工翻译错误。风控:AI实时监控to异常不遗漏风险发现从事后变事中。ROI:年节省人力成本约210,000元投资回报率700%。定性:决策敏捷性+数据民主化+知识数字化沉淀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1A56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371600" y="5029200"/>
            <a:ext cx="914400" cy="91440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515600" y="4572000"/>
            <a:ext cx="640080" cy="640080"/>
          </a:xfrm>
          <a:prstGeom prst="ellipse">
            <a:avLst/>
          </a:prstGeom>
          <a:solidFill>
            <a:srgbClr val="3A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28800" y="914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D2B5E"/>
                </a:solidFill>
              </a:defRPr>
            </a:pPr>
            <a:r>
              <a:t>感谢聆听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94A3B8"/>
                </a:solidFill>
              </a:defRPr>
            </a:pPr>
            <a:r>
              <a:t>NL2SQL 财务智能问数系统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2468880"/>
            <a:ext cx="2743200" cy="0"/>
          </a:xfrm>
          <a:prstGeom prst="rect">
            <a:avLst/>
          </a:prstGeom>
          <a:noFill/>
          <a:ln w="12700">
            <a:solidFill>
              <a:srgbClr val="1A56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0" y="27432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334055"/>
                </a:solidFill>
              </a:defRPr>
            </a:pPr>
            <a:r>
              <a:t>让数据会说话，让决策有依据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47548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GitHub: github.com/Jared-Nathan-Su/nlwsql-finance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Streamlit Cloud: nlwsql-finance.streamlit.app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多模型: DeepSeek-V4 / Qwen / GPT-4o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支持: 演示数据 + CSV/Excel自定义上传</a:t>
            </a:r>
          </a:p>
          <a:p>
            <a:pPr algn="ctr"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欢迎各位评委老师提问！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